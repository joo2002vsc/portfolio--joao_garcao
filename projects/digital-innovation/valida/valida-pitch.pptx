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0"/>
    <p:restoredTop sz="94628"/>
  </p:normalViewPr>
  <p:slideViewPr>
    <p:cSldViewPr snapToGrid="0">
      <p:cViewPr varScale="1">
        <p:scale>
          <a:sx n="114" d="100"/>
          <a:sy n="114" d="100"/>
        </p:scale>
        <p:origin x="472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o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35FC756-224A-2052-5CBA-3107B9D470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17853BC-D959-5DDE-4EFD-7D61153138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PT"/>
              <a:t>Clique para editar o estilo de subtítulo do Modelo Global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77F02B55-5B0A-83FB-F474-C3CDD07E08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C091BD-417F-7D41-A21D-D1EF5BB47345}" type="datetimeFigureOut">
              <a:rPr lang="pt-PT" smtClean="0"/>
              <a:t>18/12/25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73BDE0A2-AC2C-1056-E77D-C5E84C3B55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F9C2A8EC-67B0-8C0E-2AB7-E842BDDC57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00235B-E666-9E4A-B4B3-C12E36502075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545122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Obje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C70FDC0-B261-6891-7EC3-94AEE33BAB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3EF9873C-F142-F7D4-5D31-1F94A9F309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4260B036-E5AB-46DC-55D9-0190BCBB59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C091BD-417F-7D41-A21D-D1EF5BB47345}" type="datetimeFigureOut">
              <a:rPr lang="pt-PT" smtClean="0"/>
              <a:t>18/12/25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3687D8B5-2232-2B1A-D322-45FA2FF50B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261B11C3-52CF-5A2B-53FF-2259C1DD1A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00235B-E666-9E4A-B4B3-C12E36502075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7791741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c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D082A2E-9C4D-503A-CC44-8E66068CF0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C4848264-EB40-8003-7526-314D06E721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2C4FC179-BE97-F3F4-78C0-3B866E8C01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C091BD-417F-7D41-A21D-D1EF5BB47345}" type="datetimeFigureOut">
              <a:rPr lang="pt-PT" smtClean="0"/>
              <a:t>18/12/25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781E6120-039B-F544-03FE-A2C5A9A30F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1AA5EF98-7A84-4D9B-D4A4-35586DAEA1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00235B-E666-9E4A-B4B3-C12E36502075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631005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Conteúdo Dup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DC69AA1-6911-B041-9378-181AF6F59F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FA602BB2-AB9F-8491-7BBA-13808202329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e Conteúdo 3">
            <a:extLst>
              <a:ext uri="{FF2B5EF4-FFF2-40B4-BE49-F238E27FC236}">
                <a16:creationId xmlns:a16="http://schemas.microsoft.com/office/drawing/2014/main" id="{4A607572-4106-E80F-8BBC-6BDA0155FA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5" name="Marcador de Posição da Data 4">
            <a:extLst>
              <a:ext uri="{FF2B5EF4-FFF2-40B4-BE49-F238E27FC236}">
                <a16:creationId xmlns:a16="http://schemas.microsoft.com/office/drawing/2014/main" id="{CC5E5EEA-83A4-B8E6-75BE-54EFC75E65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C091BD-417F-7D41-A21D-D1EF5BB47345}" type="datetimeFigureOut">
              <a:rPr lang="pt-PT" smtClean="0"/>
              <a:t>18/12/25</a:t>
            </a:fld>
            <a:endParaRPr lang="pt-PT"/>
          </a:p>
        </p:txBody>
      </p:sp>
      <p:sp>
        <p:nvSpPr>
          <p:cNvPr id="6" name="Marcador de Posição do Rodapé 5">
            <a:extLst>
              <a:ext uri="{FF2B5EF4-FFF2-40B4-BE49-F238E27FC236}">
                <a16:creationId xmlns:a16="http://schemas.microsoft.com/office/drawing/2014/main" id="{5464DC2A-2D05-EAF6-C49D-383D122E88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Marcador de Posição do Número do Diapositivo 6">
            <a:extLst>
              <a:ext uri="{FF2B5EF4-FFF2-40B4-BE49-F238E27FC236}">
                <a16:creationId xmlns:a16="http://schemas.microsoft.com/office/drawing/2014/main" id="{2FD8FD73-5B72-B732-D32C-6B975B4667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00235B-E666-9E4A-B4B3-C12E36502075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8646720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304E376-97F5-2790-0129-F341FD9C3A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DC2BB34D-7685-1101-EAA9-B9B36D0EE5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4" name="Marcador de Posição de Conteúdo 3">
            <a:extLst>
              <a:ext uri="{FF2B5EF4-FFF2-40B4-BE49-F238E27FC236}">
                <a16:creationId xmlns:a16="http://schemas.microsoft.com/office/drawing/2014/main" id="{706B2402-B53B-52FF-D58F-BF5675EA97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5" name="Marcador de Posição do Texto 4">
            <a:extLst>
              <a:ext uri="{FF2B5EF4-FFF2-40B4-BE49-F238E27FC236}">
                <a16:creationId xmlns:a16="http://schemas.microsoft.com/office/drawing/2014/main" id="{7B2CFD92-8B99-0120-5A5A-C64EB583A36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6" name="Marcador de Posição de Conteúdo 5">
            <a:extLst>
              <a:ext uri="{FF2B5EF4-FFF2-40B4-BE49-F238E27FC236}">
                <a16:creationId xmlns:a16="http://schemas.microsoft.com/office/drawing/2014/main" id="{5D63DB7D-053C-2FB6-9E91-10E7CE94C4A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7" name="Marcador de Posição da Data 6">
            <a:extLst>
              <a:ext uri="{FF2B5EF4-FFF2-40B4-BE49-F238E27FC236}">
                <a16:creationId xmlns:a16="http://schemas.microsoft.com/office/drawing/2014/main" id="{B0735EDC-54A4-C395-DAF7-6ED1BE4222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C091BD-417F-7D41-A21D-D1EF5BB47345}" type="datetimeFigureOut">
              <a:rPr lang="pt-PT" smtClean="0"/>
              <a:t>18/12/25</a:t>
            </a:fld>
            <a:endParaRPr lang="pt-PT"/>
          </a:p>
        </p:txBody>
      </p:sp>
      <p:sp>
        <p:nvSpPr>
          <p:cNvPr id="8" name="Marcador de Posição do Rodapé 7">
            <a:extLst>
              <a:ext uri="{FF2B5EF4-FFF2-40B4-BE49-F238E27FC236}">
                <a16:creationId xmlns:a16="http://schemas.microsoft.com/office/drawing/2014/main" id="{7C09E975-97EE-8D24-A950-90179EC8B0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9" name="Marcador de Posição do Número do Diapositivo 8">
            <a:extLst>
              <a:ext uri="{FF2B5EF4-FFF2-40B4-BE49-F238E27FC236}">
                <a16:creationId xmlns:a16="http://schemas.microsoft.com/office/drawing/2014/main" id="{10A287E0-E0A7-8869-00D6-4CD53F694B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00235B-E666-9E4A-B4B3-C12E36502075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3566874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CC514FE-E98A-42C5-DBEB-E771574799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a Data 2">
            <a:extLst>
              <a:ext uri="{FF2B5EF4-FFF2-40B4-BE49-F238E27FC236}">
                <a16:creationId xmlns:a16="http://schemas.microsoft.com/office/drawing/2014/main" id="{F491B592-4FC0-B546-E60D-FD7FCD71FF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C091BD-417F-7D41-A21D-D1EF5BB47345}" type="datetimeFigureOut">
              <a:rPr lang="pt-PT" smtClean="0"/>
              <a:t>18/12/25</a:t>
            </a:fld>
            <a:endParaRPr lang="pt-PT"/>
          </a:p>
        </p:txBody>
      </p:sp>
      <p:sp>
        <p:nvSpPr>
          <p:cNvPr id="4" name="Marcador de Posição do Rodapé 3">
            <a:extLst>
              <a:ext uri="{FF2B5EF4-FFF2-40B4-BE49-F238E27FC236}">
                <a16:creationId xmlns:a16="http://schemas.microsoft.com/office/drawing/2014/main" id="{EF4BC07E-FDD3-1BC7-7802-DB8BA600B8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5" name="Marcador de Posição do Número do Diapositivo 4">
            <a:extLst>
              <a:ext uri="{FF2B5EF4-FFF2-40B4-BE49-F238E27FC236}">
                <a16:creationId xmlns:a16="http://schemas.microsoft.com/office/drawing/2014/main" id="{41609083-DF45-D441-8050-FCEAE7011E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00235B-E666-9E4A-B4B3-C12E36502075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6216814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Data 1">
            <a:extLst>
              <a:ext uri="{FF2B5EF4-FFF2-40B4-BE49-F238E27FC236}">
                <a16:creationId xmlns:a16="http://schemas.microsoft.com/office/drawing/2014/main" id="{F4567E80-1C2B-40FC-4EF7-8C35490AD7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C091BD-417F-7D41-A21D-D1EF5BB47345}" type="datetimeFigureOut">
              <a:rPr lang="pt-PT" smtClean="0"/>
              <a:t>18/12/25</a:t>
            </a:fld>
            <a:endParaRPr lang="pt-PT"/>
          </a:p>
        </p:txBody>
      </p:sp>
      <p:sp>
        <p:nvSpPr>
          <p:cNvPr id="3" name="Marcador de Posição do Rodapé 2">
            <a:extLst>
              <a:ext uri="{FF2B5EF4-FFF2-40B4-BE49-F238E27FC236}">
                <a16:creationId xmlns:a16="http://schemas.microsoft.com/office/drawing/2014/main" id="{AD257B8C-48C2-2CC9-A7BE-D45A17440D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DCF5D7C7-D101-4D78-8039-EEF92D7DE9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00235B-E666-9E4A-B4B3-C12E36502075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2594244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5827AB9-C1CB-692C-D580-BC4F9D1129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BEC5CF43-A7E3-60EF-99A1-315F7F72AC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o Texto 3">
            <a:extLst>
              <a:ext uri="{FF2B5EF4-FFF2-40B4-BE49-F238E27FC236}">
                <a16:creationId xmlns:a16="http://schemas.microsoft.com/office/drawing/2014/main" id="{167614C5-4A60-1A88-1FA0-A291307657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5" name="Marcador de Posição da Data 4">
            <a:extLst>
              <a:ext uri="{FF2B5EF4-FFF2-40B4-BE49-F238E27FC236}">
                <a16:creationId xmlns:a16="http://schemas.microsoft.com/office/drawing/2014/main" id="{A3B8772A-12F5-6D82-242B-E982D089BE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C091BD-417F-7D41-A21D-D1EF5BB47345}" type="datetimeFigureOut">
              <a:rPr lang="pt-PT" smtClean="0"/>
              <a:t>18/12/25</a:t>
            </a:fld>
            <a:endParaRPr lang="pt-PT"/>
          </a:p>
        </p:txBody>
      </p:sp>
      <p:sp>
        <p:nvSpPr>
          <p:cNvPr id="6" name="Marcador de Posição do Rodapé 5">
            <a:extLst>
              <a:ext uri="{FF2B5EF4-FFF2-40B4-BE49-F238E27FC236}">
                <a16:creationId xmlns:a16="http://schemas.microsoft.com/office/drawing/2014/main" id="{317A8569-58EC-5974-43E5-EEB6EF3A07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Marcador de Posição do Número do Diapositivo 6">
            <a:extLst>
              <a:ext uri="{FF2B5EF4-FFF2-40B4-BE49-F238E27FC236}">
                <a16:creationId xmlns:a16="http://schemas.microsoft.com/office/drawing/2014/main" id="{C81B7DEA-2B40-C5A2-36F4-16B6AD177C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00235B-E666-9E4A-B4B3-C12E36502075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5291364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6BFF630-14F3-F6D5-D78E-84C3296C6C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a Imagem 2">
            <a:extLst>
              <a:ext uri="{FF2B5EF4-FFF2-40B4-BE49-F238E27FC236}">
                <a16:creationId xmlns:a16="http://schemas.microsoft.com/office/drawing/2014/main" id="{70CAC52A-57E3-7ED7-40E2-B4A2509A979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PT"/>
          </a:p>
        </p:txBody>
      </p:sp>
      <p:sp>
        <p:nvSpPr>
          <p:cNvPr id="4" name="Marcador de Posição do Texto 3">
            <a:extLst>
              <a:ext uri="{FF2B5EF4-FFF2-40B4-BE49-F238E27FC236}">
                <a16:creationId xmlns:a16="http://schemas.microsoft.com/office/drawing/2014/main" id="{12F030EF-0730-8364-A5F9-1D3C4BC2DD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5" name="Marcador de Posição da Data 4">
            <a:extLst>
              <a:ext uri="{FF2B5EF4-FFF2-40B4-BE49-F238E27FC236}">
                <a16:creationId xmlns:a16="http://schemas.microsoft.com/office/drawing/2014/main" id="{F408A1A2-F726-4E55-E048-2B09268B4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C091BD-417F-7D41-A21D-D1EF5BB47345}" type="datetimeFigureOut">
              <a:rPr lang="pt-PT" smtClean="0"/>
              <a:t>18/12/25</a:t>
            </a:fld>
            <a:endParaRPr lang="pt-PT"/>
          </a:p>
        </p:txBody>
      </p:sp>
      <p:sp>
        <p:nvSpPr>
          <p:cNvPr id="6" name="Marcador de Posição do Rodapé 5">
            <a:extLst>
              <a:ext uri="{FF2B5EF4-FFF2-40B4-BE49-F238E27FC236}">
                <a16:creationId xmlns:a16="http://schemas.microsoft.com/office/drawing/2014/main" id="{4178182E-598D-DD22-FB94-D8A997DB8F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Marcador de Posição do Número do Diapositivo 6">
            <a:extLst>
              <a:ext uri="{FF2B5EF4-FFF2-40B4-BE49-F238E27FC236}">
                <a16:creationId xmlns:a16="http://schemas.microsoft.com/office/drawing/2014/main" id="{E589476B-567D-F322-CA02-E731BC35CB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00235B-E666-9E4A-B4B3-C12E36502075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087003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AA26BF1-513B-E8B7-D452-2652459775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Texto Vertical 2">
            <a:extLst>
              <a:ext uri="{FF2B5EF4-FFF2-40B4-BE49-F238E27FC236}">
                <a16:creationId xmlns:a16="http://schemas.microsoft.com/office/drawing/2014/main" id="{15CB6E45-1230-AE68-37AC-D42A205A87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B60D5B62-5671-0FAA-7FA2-EFD941C21C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C091BD-417F-7D41-A21D-D1EF5BB47345}" type="datetimeFigureOut">
              <a:rPr lang="pt-PT" smtClean="0"/>
              <a:t>18/12/25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BE42AC9D-DA4A-27FD-8C75-45D91250A1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5C7F1B6C-E9D5-9BD9-FF25-5B4EB5C631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00235B-E666-9E4A-B4B3-C12E36502075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0683923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e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E7451403-DD41-A95F-F7F9-7FBEA96A229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Texto Vertical 2">
            <a:extLst>
              <a:ext uri="{FF2B5EF4-FFF2-40B4-BE49-F238E27FC236}">
                <a16:creationId xmlns:a16="http://schemas.microsoft.com/office/drawing/2014/main" id="{73B8EABC-3D97-BA10-53A9-BB43F08BE33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35279BB9-FBAA-E3DB-9926-8049C5E76F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C091BD-417F-7D41-A21D-D1EF5BB47345}" type="datetimeFigureOut">
              <a:rPr lang="pt-PT" smtClean="0"/>
              <a:t>18/12/25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54E8CE6A-ABDA-B6E6-7CE4-CB6A39B74D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38D28CAF-0CB1-FF5E-36DA-00BB1A20F4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00235B-E666-9E4A-B4B3-C12E36502075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1787324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o Título 1">
            <a:extLst>
              <a:ext uri="{FF2B5EF4-FFF2-40B4-BE49-F238E27FC236}">
                <a16:creationId xmlns:a16="http://schemas.microsoft.com/office/drawing/2014/main" id="{D53238EC-778D-3DBF-1463-5F1612C3F3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24400D68-2A5C-C8DB-9983-AA044A4697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56053D9C-58CD-D653-7003-22B495E21DA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C091BD-417F-7D41-A21D-D1EF5BB47345}" type="datetimeFigureOut">
              <a:rPr lang="pt-PT" smtClean="0"/>
              <a:t>18/12/25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F64D0893-EBC5-4EF7-4F74-EC01B2116E2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D2F33FAC-88E4-4E3E-B737-1E05A56FD2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500235B-E666-9E4A-B4B3-C12E36502075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6020661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 descr="Uma imagem com captura de ecrã, preto, design&#10;&#10;Descrição gerada automaticamente">
            <a:extLst>
              <a:ext uri="{FF2B5EF4-FFF2-40B4-BE49-F238E27FC236}">
                <a16:creationId xmlns:a16="http://schemas.microsoft.com/office/drawing/2014/main" id="{8AEF07AF-5BD8-9E9D-83BD-837D424740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4000" y="-13500"/>
            <a:ext cx="12240000" cy="688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47175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 descr="Uma imagem com eletrodoméstico, Eletrodoméstico de cozinha, Fast food, Comida congelada&#10;&#10;Descrição gerada automaticamente">
            <a:extLst>
              <a:ext uri="{FF2B5EF4-FFF2-40B4-BE49-F238E27FC236}">
                <a16:creationId xmlns:a16="http://schemas.microsoft.com/office/drawing/2014/main" id="{CCFFA4CD-41A8-E112-F6E8-50E69F22D6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4000" y="-13500"/>
            <a:ext cx="12240000" cy="688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62065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 descr="Uma imagem com texto, Tipo de letra, Gráficos, design gráfico&#10;&#10;Descrição gerada automaticamente">
            <a:extLst>
              <a:ext uri="{FF2B5EF4-FFF2-40B4-BE49-F238E27FC236}">
                <a16:creationId xmlns:a16="http://schemas.microsoft.com/office/drawing/2014/main" id="{C113524F-7B3B-70D4-20DF-71FFFDB47A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4000" y="-13500"/>
            <a:ext cx="12240000" cy="688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39100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 descr="Uma imagem com texto, cartão de visita, captura de ecrã, Tipo de letra&#10;&#10;Descrição gerada automaticamente">
            <a:extLst>
              <a:ext uri="{FF2B5EF4-FFF2-40B4-BE49-F238E27FC236}">
                <a16:creationId xmlns:a16="http://schemas.microsoft.com/office/drawing/2014/main" id="{5A644F1A-0212-58F0-2734-1CBDD9E5D3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4000" y="-13500"/>
            <a:ext cx="12240000" cy="688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76473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 descr="Uma imagem com texto, Telemóvel, Dispositivo móvel, captura de ecrã&#10;&#10;Descrição gerada automaticamente">
            <a:extLst>
              <a:ext uri="{FF2B5EF4-FFF2-40B4-BE49-F238E27FC236}">
                <a16:creationId xmlns:a16="http://schemas.microsoft.com/office/drawing/2014/main" id="{F9E86EF5-ED03-F0CA-AB50-DE476527ED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4000" y="-13500"/>
            <a:ext cx="12240000" cy="688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18139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 descr="Uma imagem com texto, captura de ecrã, design&#10;&#10;Descrição gerada automaticamente">
            <a:extLst>
              <a:ext uri="{FF2B5EF4-FFF2-40B4-BE49-F238E27FC236}">
                <a16:creationId xmlns:a16="http://schemas.microsoft.com/office/drawing/2014/main" id="{F432514A-C424-5781-2E28-511B59157D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4000" y="-13500"/>
            <a:ext cx="12240000" cy="688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85882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 descr="Uma imagem com texto, Tipo de letra, design&#10;&#10;Descrição gerada automaticamente">
            <a:extLst>
              <a:ext uri="{FF2B5EF4-FFF2-40B4-BE49-F238E27FC236}">
                <a16:creationId xmlns:a16="http://schemas.microsoft.com/office/drawing/2014/main" id="{2EC0DB97-F971-0DAF-BF3A-371CDACB70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4000" y="-13500"/>
            <a:ext cx="12240000" cy="688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78493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 descr="Uma imagem com texto, design&#10;&#10;Descrição gerada automaticamente">
            <a:extLst>
              <a:ext uri="{FF2B5EF4-FFF2-40B4-BE49-F238E27FC236}">
                <a16:creationId xmlns:a16="http://schemas.microsoft.com/office/drawing/2014/main" id="{EBE0BBEC-883D-C071-70E5-AC9C7576A9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4000" y="-13500"/>
            <a:ext cx="12240000" cy="688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3922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 descr="Uma imagem com captura de ecrã, texto, círculo, diagrama&#10;&#10;Descrição gerada automaticamente">
            <a:extLst>
              <a:ext uri="{FF2B5EF4-FFF2-40B4-BE49-F238E27FC236}">
                <a16:creationId xmlns:a16="http://schemas.microsoft.com/office/drawing/2014/main" id="{5547CDC7-992D-43C4-5A67-3E9C68819D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4000" y="-13500"/>
            <a:ext cx="12240000" cy="688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59796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 descr="Uma imagem com texto, captura de ecrã, Tipo de letra, logótipo&#10;&#10;Descrição gerada automaticamente">
            <a:extLst>
              <a:ext uri="{FF2B5EF4-FFF2-40B4-BE49-F238E27FC236}">
                <a16:creationId xmlns:a16="http://schemas.microsoft.com/office/drawing/2014/main" id="{37E6E9ED-CF0D-E86F-2C94-311E223F46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4000" y="-13500"/>
            <a:ext cx="12240000" cy="688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60836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 descr="Uma imagem com texto, captura de ecrã, Tipo de letra, design&#10;&#10;Descrição gerada automaticamente">
            <a:extLst>
              <a:ext uri="{FF2B5EF4-FFF2-40B4-BE49-F238E27FC236}">
                <a16:creationId xmlns:a16="http://schemas.microsoft.com/office/drawing/2014/main" id="{3544CBD4-EC0F-CF2A-7BAE-66A5B5BEE5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4000" y="-13500"/>
            <a:ext cx="12240000" cy="688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021289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0</Words>
  <Application>Microsoft Macintosh PowerPoint</Application>
  <PresentationFormat>Ecrã Panorâmico</PresentationFormat>
  <Paragraphs>0</Paragraphs>
  <Slides>11</Slides>
  <Notes>0</Notes>
  <HiddenSlides>0</HiddenSlides>
  <MMClips>0</MMClips>
  <ScaleCrop>false</ScaleCrop>
  <HeadingPairs>
    <vt:vector size="6" baseType="variant">
      <vt:variant>
        <vt:lpstr>Tipos de letra usados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dos diapositivos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Calibri Light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Tiago Rafael Vieira Duarte</dc:creator>
  <cp:lastModifiedBy>Tiago Rafael Vieira Duarte</cp:lastModifiedBy>
  <cp:revision>1</cp:revision>
  <dcterms:created xsi:type="dcterms:W3CDTF">2025-12-18T17:20:42Z</dcterms:created>
  <dcterms:modified xsi:type="dcterms:W3CDTF">2025-12-18T17:25:47Z</dcterms:modified>
</cp:coreProperties>
</file>